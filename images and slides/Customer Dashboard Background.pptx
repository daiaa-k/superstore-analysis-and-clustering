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797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595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391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188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3984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782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579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375" algn="l" defTabSz="342797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9142809" cy="2571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370" y="335759"/>
            <a:ext cx="6297314" cy="2035970"/>
          </a:xfrm>
        </p:spPr>
        <p:txBody>
          <a:bodyPr anchor="b">
            <a:normAutofit/>
          </a:bodyPr>
          <a:lstStyle>
            <a:lvl1pPr algn="l">
              <a:defRPr sz="404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370" y="2701531"/>
            <a:ext cx="6297314" cy="184547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831" indent="0" algn="ctr">
              <a:buNone/>
              <a:defRPr sz="1500"/>
            </a:lvl2pPr>
            <a:lvl3pPr marL="685664" indent="0" algn="ctr">
              <a:buNone/>
              <a:defRPr sz="1350"/>
            </a:lvl3pPr>
            <a:lvl4pPr marL="1028495" indent="0" algn="ctr">
              <a:buNone/>
              <a:defRPr sz="1200"/>
            </a:lvl4pPr>
            <a:lvl5pPr marL="1371326" indent="0" algn="ctr">
              <a:buNone/>
              <a:defRPr sz="1200"/>
            </a:lvl5pPr>
            <a:lvl6pPr marL="1714157" indent="0" algn="ctr">
              <a:buNone/>
              <a:defRPr sz="1200"/>
            </a:lvl6pPr>
            <a:lvl7pPr marL="2056989" indent="0" algn="ctr">
              <a:buNone/>
              <a:defRPr sz="1200"/>
            </a:lvl7pPr>
            <a:lvl8pPr marL="2399820" indent="0" algn="ctr">
              <a:buNone/>
              <a:defRPr sz="1200"/>
            </a:lvl8pPr>
            <a:lvl9pPr marL="274265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6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6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9142809" cy="2571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66" y="342900"/>
            <a:ext cx="8146113" cy="2043114"/>
          </a:xfrm>
        </p:spPr>
        <p:txBody>
          <a:bodyPr anchor="b">
            <a:normAutofit/>
          </a:bodyPr>
          <a:lstStyle>
            <a:lvl1pPr>
              <a:defRPr sz="40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366" y="2771777"/>
            <a:ext cx="8146113" cy="179546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3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664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4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3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1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9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6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68" y="274322"/>
            <a:ext cx="8447303" cy="1265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368" y="1914525"/>
            <a:ext cx="3992258" cy="2718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2012" y="1914525"/>
            <a:ext cx="3992258" cy="2718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2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69" y="274320"/>
            <a:ext cx="8152065" cy="12687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366" y="1827357"/>
            <a:ext cx="3998499" cy="617934"/>
          </a:xfrm>
        </p:spPr>
        <p:txBody>
          <a:bodyPr anchor="b"/>
          <a:lstStyle>
            <a:lvl1pPr marL="0" indent="0">
              <a:buNone/>
              <a:defRPr sz="1800" b="0"/>
            </a:lvl1pPr>
            <a:lvl2pPr marL="342831" indent="0">
              <a:buNone/>
              <a:defRPr sz="1500" b="1"/>
            </a:lvl2pPr>
            <a:lvl3pPr marL="685664" indent="0">
              <a:buNone/>
              <a:defRPr sz="1350" b="1"/>
            </a:lvl3pPr>
            <a:lvl4pPr marL="1028495" indent="0">
              <a:buNone/>
              <a:defRPr sz="1200" b="1"/>
            </a:lvl4pPr>
            <a:lvl5pPr marL="1371326" indent="0">
              <a:buNone/>
              <a:defRPr sz="1200" b="1"/>
            </a:lvl5pPr>
            <a:lvl6pPr marL="1714157" indent="0">
              <a:buNone/>
              <a:defRPr sz="1200" b="1"/>
            </a:lvl6pPr>
            <a:lvl7pPr marL="2056989" indent="0">
              <a:buNone/>
              <a:defRPr sz="1200" b="1"/>
            </a:lvl7pPr>
            <a:lvl8pPr marL="2399820" indent="0">
              <a:buNone/>
              <a:defRPr sz="1200" b="1"/>
            </a:lvl8pPr>
            <a:lvl9pPr marL="274265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366" y="2556791"/>
            <a:ext cx="3998499" cy="2085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02011" y="1827357"/>
            <a:ext cx="4018191" cy="617934"/>
          </a:xfrm>
        </p:spPr>
        <p:txBody>
          <a:bodyPr anchor="b"/>
          <a:lstStyle>
            <a:lvl1pPr marL="0" indent="0">
              <a:buNone/>
              <a:defRPr sz="1800" b="0"/>
            </a:lvl1pPr>
            <a:lvl2pPr marL="342831" indent="0">
              <a:buNone/>
              <a:defRPr sz="1500" b="1"/>
            </a:lvl2pPr>
            <a:lvl3pPr marL="685664" indent="0">
              <a:buNone/>
              <a:defRPr sz="1350" b="1"/>
            </a:lvl3pPr>
            <a:lvl4pPr marL="1028495" indent="0">
              <a:buNone/>
              <a:defRPr sz="1200" b="1"/>
            </a:lvl4pPr>
            <a:lvl5pPr marL="1371326" indent="0">
              <a:buNone/>
              <a:defRPr sz="1200" b="1"/>
            </a:lvl5pPr>
            <a:lvl6pPr marL="1714157" indent="0">
              <a:buNone/>
              <a:defRPr sz="1200" b="1"/>
            </a:lvl6pPr>
            <a:lvl7pPr marL="2056989" indent="0">
              <a:buNone/>
              <a:defRPr sz="1200" b="1"/>
            </a:lvl7pPr>
            <a:lvl8pPr marL="2399820" indent="0">
              <a:buNone/>
              <a:defRPr sz="1200" b="1"/>
            </a:lvl8pPr>
            <a:lvl9pPr marL="274265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02011" y="2556791"/>
            <a:ext cx="4018191" cy="2085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29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3" y="2"/>
            <a:ext cx="4571403" cy="51435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2" y="0"/>
            <a:ext cx="4571405" cy="17183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68" y="342900"/>
            <a:ext cx="3964910" cy="1200150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009" y="342904"/>
            <a:ext cx="3813423" cy="405288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368" y="1885950"/>
            <a:ext cx="3964910" cy="251579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2831" indent="0">
              <a:buNone/>
              <a:defRPr sz="1050"/>
            </a:lvl2pPr>
            <a:lvl3pPr marL="685664" indent="0">
              <a:buNone/>
              <a:defRPr sz="900"/>
            </a:lvl3pPr>
            <a:lvl4pPr marL="1028495" indent="0">
              <a:buNone/>
              <a:defRPr sz="750"/>
            </a:lvl4pPr>
            <a:lvl5pPr marL="1371326" indent="0">
              <a:buNone/>
              <a:defRPr sz="750"/>
            </a:lvl5pPr>
            <a:lvl6pPr marL="1714157" indent="0">
              <a:buNone/>
              <a:defRPr sz="750"/>
            </a:lvl6pPr>
            <a:lvl7pPr marL="2056989" indent="0">
              <a:buNone/>
              <a:defRPr sz="750"/>
            </a:lvl7pPr>
            <a:lvl8pPr marL="2399820" indent="0">
              <a:buNone/>
              <a:defRPr sz="750"/>
            </a:lvl8pPr>
            <a:lvl9pPr marL="2742651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4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3" y="2"/>
            <a:ext cx="4571403" cy="51435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2" y="0"/>
            <a:ext cx="4571405" cy="17183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68" y="342900"/>
            <a:ext cx="3908130" cy="1200150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02009" y="342904"/>
            <a:ext cx="3813423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831" indent="0">
              <a:buNone/>
              <a:defRPr sz="2100"/>
            </a:lvl2pPr>
            <a:lvl3pPr marL="685664" indent="0">
              <a:buNone/>
              <a:defRPr sz="1800"/>
            </a:lvl3pPr>
            <a:lvl4pPr marL="1028495" indent="0">
              <a:buNone/>
              <a:defRPr sz="1500"/>
            </a:lvl4pPr>
            <a:lvl5pPr marL="1371326" indent="0">
              <a:buNone/>
              <a:defRPr sz="1500"/>
            </a:lvl5pPr>
            <a:lvl6pPr marL="1714157" indent="0">
              <a:buNone/>
              <a:defRPr sz="1500"/>
            </a:lvl6pPr>
            <a:lvl7pPr marL="2056989" indent="0">
              <a:buNone/>
              <a:defRPr sz="1500"/>
            </a:lvl7pPr>
            <a:lvl8pPr marL="2399820" indent="0">
              <a:buNone/>
              <a:defRPr sz="1500"/>
            </a:lvl8pPr>
            <a:lvl9pPr marL="2742651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368" y="1885950"/>
            <a:ext cx="3908130" cy="251579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2831" indent="0">
              <a:buNone/>
              <a:defRPr sz="1050"/>
            </a:lvl2pPr>
            <a:lvl3pPr marL="685664" indent="0">
              <a:buNone/>
              <a:defRPr sz="900"/>
            </a:lvl3pPr>
            <a:lvl4pPr marL="1028495" indent="0">
              <a:buNone/>
              <a:defRPr sz="750"/>
            </a:lvl4pPr>
            <a:lvl5pPr marL="1371326" indent="0">
              <a:buNone/>
              <a:defRPr sz="750"/>
            </a:lvl5pPr>
            <a:lvl6pPr marL="1714157" indent="0">
              <a:buNone/>
              <a:defRPr sz="750"/>
            </a:lvl6pPr>
            <a:lvl7pPr marL="2056989" indent="0">
              <a:buNone/>
              <a:defRPr sz="750"/>
            </a:lvl7pPr>
            <a:lvl8pPr marL="2399820" indent="0">
              <a:buNone/>
              <a:defRPr sz="750"/>
            </a:lvl8pPr>
            <a:lvl9pPr marL="2742651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2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4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6857109" y="1"/>
            <a:ext cx="2285703" cy="514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49737" y="273847"/>
            <a:ext cx="1678790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3366" y="273847"/>
            <a:ext cx="6279729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0768" y="4767265"/>
            <a:ext cx="3085698" cy="2738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82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9142809" cy="17183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68" y="273847"/>
            <a:ext cx="8150874" cy="12656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368" y="1932386"/>
            <a:ext cx="8150874" cy="2700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54" y="4767908"/>
            <a:ext cx="2057132" cy="273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7/22/2025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02010" y="4767265"/>
            <a:ext cx="3085698" cy="273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2689" y="4767265"/>
            <a:ext cx="960473" cy="273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63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87" r:id="rId4"/>
    <p:sldLayoutId id="2147483788" r:id="rId5"/>
    <p:sldLayoutId id="2147483793" r:id="rId6"/>
    <p:sldLayoutId id="2147483789" r:id="rId7"/>
    <p:sldLayoutId id="2147483790" r:id="rId8"/>
    <p:sldLayoutId id="2147483791" r:id="rId9"/>
    <p:sldLayoutId id="2147483792" r:id="rId10"/>
    <p:sldLayoutId id="2147483794" r:id="rId11"/>
  </p:sldLayoutIdLst>
  <p:hf sldNum="0" hdr="0" ftr="0" dt="0"/>
  <p:txStyles>
    <p:titleStyle>
      <a:lvl1pPr algn="l" defTabSz="685664" rtl="0" eaLnBrk="1" latinLnBrk="0" hangingPunct="1">
        <a:lnSpc>
          <a:spcPct val="100000"/>
        </a:lnSpc>
        <a:spcBef>
          <a:spcPct val="0"/>
        </a:spcBef>
        <a:buNone/>
        <a:defRPr sz="4049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664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16" indent="0" algn="l" defTabSz="685664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42831" indent="0" algn="l" defTabSz="685664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14247" indent="0" algn="l" defTabSz="685664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685664" indent="0" algn="l" defTabSz="685664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574" indent="-171416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A2FCF07-6918-45A6-B28F-1025FEBA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4"/>
            <a:ext cx="18288000" cy="102856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pic>
        <p:nvPicPr>
          <p:cNvPr id="2" name="Picture 1" descr="A blue abstract watercolor pattern on a white background">
            <a:extLst>
              <a:ext uri="{FF2B5EF4-FFF2-40B4-BE49-F238E27FC236}">
                <a16:creationId xmlns:a16="http://schemas.microsoft.com/office/drawing/2014/main" id="{BE4DF61E-261E-5751-1803-8CC3F63AD81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5000"/>
                    </a14:imgEffect>
                    <a14:imgEffect>
                      <a14:brightnessContrast bright="-65000"/>
                    </a14:imgEffect>
                  </a14:imgLayer>
                </a14:imgProps>
              </a:ext>
            </a:extLst>
          </a:blip>
          <a:srcRect t="14629" b="1071"/>
          <a:stretch>
            <a:fillRect/>
          </a:stretch>
        </p:blipFill>
        <p:spPr>
          <a:xfrm>
            <a:off x="15" y="680"/>
            <a:ext cx="18287985" cy="1029065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AC1B4B-6395-B616-EAF3-88FF14D6599D}"/>
              </a:ext>
            </a:extLst>
          </p:cNvPr>
          <p:cNvSpPr/>
          <p:nvPr/>
        </p:nvSpPr>
        <p:spPr>
          <a:xfrm>
            <a:off x="104348" y="-4329"/>
            <a:ext cx="18066987" cy="10290660"/>
          </a:xfrm>
          <a:prstGeom prst="roundRect">
            <a:avLst>
              <a:gd name="adj" fmla="val 2966"/>
            </a:avLst>
          </a:prstGeom>
          <a:gradFill>
            <a:gsLst>
              <a:gs pos="19000">
                <a:schemeClr val="bg2">
                  <a:lumMod val="75000"/>
                  <a:alpha val="20000"/>
                </a:schemeClr>
              </a:gs>
              <a:gs pos="80000">
                <a:schemeClr val="bg2">
                  <a:lumMod val="50000"/>
                  <a:alpha val="50000"/>
                </a:schemeClr>
              </a:gs>
            </a:gsLst>
            <a:lin ang="5400000" scaled="1"/>
          </a:gradFill>
          <a:ln w="31750">
            <a:gradFill>
              <a:gsLst>
                <a:gs pos="19000">
                  <a:schemeClr val="bg1">
                    <a:alpha val="50000"/>
                  </a:schemeClr>
                </a:gs>
                <a:gs pos="87000">
                  <a:schemeClr val="bg2">
                    <a:lumMod val="90000"/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17E5D2-182F-913D-DB27-2D4CE67273EC}"/>
              </a:ext>
            </a:extLst>
          </p:cNvPr>
          <p:cNvSpPr/>
          <p:nvPr/>
        </p:nvSpPr>
        <p:spPr>
          <a:xfrm>
            <a:off x="8337182" y="4793266"/>
            <a:ext cx="9714897" cy="5433440"/>
          </a:xfrm>
          <a:prstGeom prst="roundRect">
            <a:avLst>
              <a:gd name="adj" fmla="val 15586"/>
            </a:avLst>
          </a:prstGeom>
          <a:gradFill>
            <a:gsLst>
              <a:gs pos="19000">
                <a:schemeClr val="bg2">
                  <a:lumMod val="25000"/>
                  <a:alpha val="75000"/>
                </a:schemeClr>
              </a:gs>
              <a:gs pos="80000">
                <a:schemeClr val="bg2">
                  <a:lumMod val="10000"/>
                  <a:alpha val="30000"/>
                </a:schemeClr>
              </a:gs>
            </a:gsLst>
            <a:lin ang="5400000" scaled="1"/>
          </a:gradFill>
          <a:ln w="31750">
            <a:gradFill>
              <a:gsLst>
                <a:gs pos="19000">
                  <a:schemeClr val="bg1">
                    <a:alpha val="50000"/>
                  </a:schemeClr>
                </a:gs>
                <a:gs pos="87000">
                  <a:schemeClr val="bg2">
                    <a:lumMod val="90000"/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AE6650-CE27-0FED-0260-03760E364A1E}"/>
              </a:ext>
            </a:extLst>
          </p:cNvPr>
          <p:cNvSpPr/>
          <p:nvPr/>
        </p:nvSpPr>
        <p:spPr>
          <a:xfrm>
            <a:off x="235922" y="4793267"/>
            <a:ext cx="7982004" cy="5433440"/>
          </a:xfrm>
          <a:prstGeom prst="roundRect">
            <a:avLst>
              <a:gd name="adj" fmla="val 15586"/>
            </a:avLst>
          </a:prstGeom>
          <a:gradFill>
            <a:gsLst>
              <a:gs pos="19000">
                <a:schemeClr val="bg2">
                  <a:lumMod val="25000"/>
                  <a:alpha val="75000"/>
                </a:schemeClr>
              </a:gs>
              <a:gs pos="80000">
                <a:schemeClr val="bg2">
                  <a:lumMod val="10000"/>
                  <a:alpha val="30000"/>
                </a:schemeClr>
              </a:gs>
            </a:gsLst>
            <a:lin ang="5400000" scaled="1"/>
          </a:gradFill>
          <a:ln w="31750">
            <a:gradFill>
              <a:gsLst>
                <a:gs pos="19000">
                  <a:schemeClr val="bg1">
                    <a:alpha val="50000"/>
                  </a:schemeClr>
                </a:gs>
                <a:gs pos="87000">
                  <a:schemeClr val="bg2">
                    <a:lumMod val="90000"/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dirty="0"/>
              <a:t>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D73A21C-1D9F-2A08-13B2-485D221AFAA5}"/>
              </a:ext>
            </a:extLst>
          </p:cNvPr>
          <p:cNvSpPr/>
          <p:nvPr/>
        </p:nvSpPr>
        <p:spPr>
          <a:xfrm>
            <a:off x="8322262" y="1312464"/>
            <a:ext cx="9729821" cy="3421170"/>
          </a:xfrm>
          <a:prstGeom prst="roundRect">
            <a:avLst>
              <a:gd name="adj" fmla="val 15586"/>
            </a:avLst>
          </a:prstGeom>
          <a:gradFill>
            <a:gsLst>
              <a:gs pos="19000">
                <a:schemeClr val="bg2">
                  <a:lumMod val="25000"/>
                  <a:alpha val="75000"/>
                </a:schemeClr>
              </a:gs>
              <a:gs pos="80000">
                <a:schemeClr val="bg2">
                  <a:lumMod val="10000"/>
                  <a:alpha val="30000"/>
                </a:schemeClr>
              </a:gs>
            </a:gsLst>
            <a:lin ang="5400000" scaled="1"/>
          </a:gradFill>
          <a:ln w="31750">
            <a:gradFill>
              <a:gsLst>
                <a:gs pos="19000">
                  <a:schemeClr val="bg1">
                    <a:alpha val="50000"/>
                  </a:schemeClr>
                </a:gs>
                <a:gs pos="87000">
                  <a:schemeClr val="bg2">
                    <a:lumMod val="90000"/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dirty="0"/>
              <a:t>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69A6425-71DD-2E64-66F1-964BD7DE278A}"/>
              </a:ext>
            </a:extLst>
          </p:cNvPr>
          <p:cNvSpPr/>
          <p:nvPr/>
        </p:nvSpPr>
        <p:spPr>
          <a:xfrm>
            <a:off x="4099361" y="1307466"/>
            <a:ext cx="4103645" cy="3421170"/>
          </a:xfrm>
          <a:prstGeom prst="roundRect">
            <a:avLst>
              <a:gd name="adj" fmla="val 15586"/>
            </a:avLst>
          </a:prstGeom>
          <a:gradFill>
            <a:gsLst>
              <a:gs pos="19000">
                <a:schemeClr val="bg2">
                  <a:lumMod val="25000"/>
                  <a:alpha val="75000"/>
                </a:schemeClr>
              </a:gs>
              <a:gs pos="80000">
                <a:schemeClr val="bg2">
                  <a:lumMod val="10000"/>
                  <a:alpha val="30000"/>
                </a:schemeClr>
              </a:gs>
            </a:gsLst>
            <a:lin ang="5400000" scaled="1"/>
          </a:gradFill>
          <a:ln w="31750">
            <a:gradFill>
              <a:gsLst>
                <a:gs pos="19000">
                  <a:schemeClr val="bg1">
                    <a:alpha val="50000"/>
                  </a:schemeClr>
                </a:gs>
                <a:gs pos="87000">
                  <a:schemeClr val="bg2">
                    <a:lumMod val="90000"/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dirty="0"/>
              <a:t>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6A5811-6A25-04C4-A258-9A3C056D1F17}"/>
              </a:ext>
            </a:extLst>
          </p:cNvPr>
          <p:cNvSpPr/>
          <p:nvPr/>
        </p:nvSpPr>
        <p:spPr>
          <a:xfrm>
            <a:off x="235923" y="1307465"/>
            <a:ext cx="3744180" cy="3421170"/>
          </a:xfrm>
          <a:prstGeom prst="roundRect">
            <a:avLst>
              <a:gd name="adj" fmla="val 15586"/>
            </a:avLst>
          </a:prstGeom>
          <a:gradFill>
            <a:gsLst>
              <a:gs pos="19000">
                <a:schemeClr val="bg2">
                  <a:alpha val="95000"/>
                  <a:lumMod val="10000"/>
                </a:schemeClr>
              </a:gs>
              <a:gs pos="80000">
                <a:schemeClr val="bg2">
                  <a:lumMod val="10000"/>
                  <a:alpha val="60000"/>
                </a:schemeClr>
              </a:gs>
            </a:gsLst>
            <a:lin ang="3600000" scaled="0"/>
          </a:gradFill>
          <a:ln w="31750">
            <a:gradFill>
              <a:gsLst>
                <a:gs pos="19000">
                  <a:schemeClr val="bg1">
                    <a:alpha val="50000"/>
                  </a:schemeClr>
                </a:gs>
                <a:gs pos="87000">
                  <a:schemeClr val="bg2">
                    <a:lumMod val="90000"/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dirty="0"/>
              <a:t>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19E53F-5381-804A-2DA4-0C1BAC84CB79}"/>
              </a:ext>
            </a:extLst>
          </p:cNvPr>
          <p:cNvSpPr/>
          <p:nvPr/>
        </p:nvSpPr>
        <p:spPr>
          <a:xfrm>
            <a:off x="5634755" y="60302"/>
            <a:ext cx="12417324" cy="1182539"/>
          </a:xfrm>
          <a:prstGeom prst="roundRect">
            <a:avLst>
              <a:gd name="adj" fmla="val 15586"/>
            </a:avLst>
          </a:prstGeom>
          <a:gradFill>
            <a:gsLst>
              <a:gs pos="19000">
                <a:schemeClr val="bg2">
                  <a:alpha val="95000"/>
                  <a:lumMod val="10000"/>
                </a:schemeClr>
              </a:gs>
              <a:gs pos="80000">
                <a:schemeClr val="bg2">
                  <a:lumMod val="10000"/>
                  <a:alpha val="60000"/>
                </a:schemeClr>
              </a:gs>
            </a:gsLst>
            <a:lin ang="3600000" scaled="0"/>
          </a:gradFill>
          <a:ln w="31750">
            <a:gradFill>
              <a:gsLst>
                <a:gs pos="19000">
                  <a:schemeClr val="bg1">
                    <a:alpha val="50000"/>
                  </a:schemeClr>
                </a:gs>
                <a:gs pos="87000">
                  <a:schemeClr val="bg2">
                    <a:lumMod val="90000"/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dirty="0"/>
              <a:t>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4FB5E8C-B7A2-4280-8263-D2E43FEF1BC9}"/>
              </a:ext>
            </a:extLst>
          </p:cNvPr>
          <p:cNvSpPr/>
          <p:nvPr/>
        </p:nvSpPr>
        <p:spPr>
          <a:xfrm>
            <a:off x="235923" y="60299"/>
            <a:ext cx="4772748" cy="614157"/>
          </a:xfrm>
          <a:prstGeom prst="roundRect">
            <a:avLst>
              <a:gd name="adj" fmla="val 15586"/>
            </a:avLst>
          </a:prstGeom>
          <a:solidFill>
            <a:schemeClr val="bg2">
              <a:lumMod val="10000"/>
            </a:schemeClr>
          </a:solidFill>
          <a:ln w="31750">
            <a:gradFill>
              <a:gsLst>
                <a:gs pos="19000">
                  <a:schemeClr val="bg1">
                    <a:alpha val="50000"/>
                  </a:schemeClr>
                </a:gs>
                <a:gs pos="87000">
                  <a:schemeClr val="bg2">
                    <a:lumMod val="90000"/>
                    <a:alpha val="2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dirty="0"/>
              <a:t>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57F7E63-8987-34BF-7361-447816512275}"/>
              </a:ext>
            </a:extLst>
          </p:cNvPr>
          <p:cNvCxnSpPr/>
          <p:nvPr/>
        </p:nvCxnSpPr>
        <p:spPr>
          <a:xfrm>
            <a:off x="10715762" y="264523"/>
            <a:ext cx="0" cy="819872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020F1F-848F-C0CD-6959-3E2C138271F6}"/>
              </a:ext>
            </a:extLst>
          </p:cNvPr>
          <p:cNvCxnSpPr/>
          <p:nvPr/>
        </p:nvCxnSpPr>
        <p:spPr>
          <a:xfrm>
            <a:off x="14245889" y="267007"/>
            <a:ext cx="0" cy="819872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200417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</TotalTime>
  <Words>8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Avenir Next LT Pro</vt:lpstr>
      <vt:lpstr>Bahnschrift</vt:lpstr>
      <vt:lpstr>MatrixVTI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Diaa kotb</dc:creator>
  <cp:lastModifiedBy>Diaa kotb</cp:lastModifiedBy>
  <cp:revision>1</cp:revision>
  <dcterms:created xsi:type="dcterms:W3CDTF">2025-07-22T06:28:10Z</dcterms:created>
  <dcterms:modified xsi:type="dcterms:W3CDTF">2025-07-22T12:00:00Z</dcterms:modified>
</cp:coreProperties>
</file>